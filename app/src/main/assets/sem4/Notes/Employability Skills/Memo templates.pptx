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9B43A7A-8FBC-4514-BA80-B6662643CBA4}"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3A0B3A-12F8-4740-A3B8-9D62C476263D}"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7204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43A7A-8FBC-4514-BA80-B6662643CBA4}"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783794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B43A7A-8FBC-4514-BA80-B6662643CBA4}"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3A0B3A-12F8-4740-A3B8-9D62C476263D}"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85356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B43A7A-8FBC-4514-BA80-B6662643CBA4}"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2515357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B43A7A-8FBC-4514-BA80-B6662643CBA4}" type="datetimeFigureOut">
              <a:rPr lang="en-US" smtClean="0"/>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300790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B43A7A-8FBC-4514-BA80-B6662643CBA4}" type="datetimeFigureOut">
              <a:rPr lang="en-US" smtClean="0"/>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313938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B43A7A-8FBC-4514-BA80-B6662643CBA4}" type="datetimeFigureOut">
              <a:rPr lang="en-US" smtClean="0"/>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976350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43A7A-8FBC-4514-BA80-B6662643CBA4}"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4134724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B43A7A-8FBC-4514-BA80-B6662643CBA4}"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3A0B3A-12F8-4740-A3B8-9D62C476263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7343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43A7A-8FBC-4514-BA80-B6662643CBA4}"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3A0B3A-12F8-4740-A3B8-9D62C476263D}" type="slidenum">
              <a:rPr lang="en-US" smtClean="0"/>
              <a:t>‹#›</a:t>
            </a:fld>
            <a:endParaRPr lang="en-US"/>
          </a:p>
        </p:txBody>
      </p:sp>
    </p:spTree>
    <p:extLst>
      <p:ext uri="{BB962C8B-B14F-4D97-AF65-F5344CB8AC3E}">
        <p14:creationId xmlns:p14="http://schemas.microsoft.com/office/powerpoint/2010/main" val="363661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B43A7A-8FBC-4514-BA80-B6662643CBA4}"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3A0B3A-12F8-4740-A3B8-9D62C476263D}"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02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9B43A7A-8FBC-4514-BA80-B6662643CBA4}" type="datetimeFigureOut">
              <a:rPr lang="en-US" smtClean="0"/>
              <a:t>1/24/2024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F3A0B3A-12F8-4740-A3B8-9D62C476263D}"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948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BEA7-571C-475D-9B98-B089411858D2}"/>
              </a:ext>
            </a:extLst>
          </p:cNvPr>
          <p:cNvSpPr>
            <a:spLocks noGrp="1"/>
          </p:cNvSpPr>
          <p:nvPr>
            <p:ph type="ctrTitle"/>
          </p:nvPr>
        </p:nvSpPr>
        <p:spPr/>
        <p:txBody>
          <a:bodyPr/>
          <a:lstStyle/>
          <a:p>
            <a:r>
              <a:rPr lang="en-US" dirty="0"/>
              <a:t>Memo template</a:t>
            </a:r>
          </a:p>
        </p:txBody>
      </p:sp>
      <p:sp>
        <p:nvSpPr>
          <p:cNvPr id="3" name="Subtitle 2">
            <a:extLst>
              <a:ext uri="{FF2B5EF4-FFF2-40B4-BE49-F238E27FC236}">
                <a16:creationId xmlns:a16="http://schemas.microsoft.com/office/drawing/2014/main" id="{60D2A8D4-692D-41BB-8E7F-9A52BA059A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1259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B28C-9E9B-40AB-A8B0-A944B73D3F6C}"/>
              </a:ext>
            </a:extLst>
          </p:cNvPr>
          <p:cNvSpPr>
            <a:spLocks noGrp="1"/>
          </p:cNvSpPr>
          <p:nvPr>
            <p:ph type="title"/>
          </p:nvPr>
        </p:nvSpPr>
        <p:spPr>
          <a:xfrm>
            <a:off x="1024128" y="221674"/>
            <a:ext cx="9720072" cy="997526"/>
          </a:xfrm>
        </p:spPr>
        <p:txBody>
          <a:bodyPr/>
          <a:lstStyle/>
          <a:p>
            <a:r>
              <a:rPr lang="en-US" dirty="0"/>
              <a:t>Memo template</a:t>
            </a:r>
          </a:p>
        </p:txBody>
      </p:sp>
      <p:sp>
        <p:nvSpPr>
          <p:cNvPr id="3" name="Content Placeholder 2">
            <a:extLst>
              <a:ext uri="{FF2B5EF4-FFF2-40B4-BE49-F238E27FC236}">
                <a16:creationId xmlns:a16="http://schemas.microsoft.com/office/drawing/2014/main" id="{90B7D320-5F0D-4508-A292-2A17C7EDE07A}"/>
              </a:ext>
            </a:extLst>
          </p:cNvPr>
          <p:cNvSpPr>
            <a:spLocks noGrp="1"/>
          </p:cNvSpPr>
          <p:nvPr>
            <p:ph idx="1"/>
          </p:nvPr>
        </p:nvSpPr>
        <p:spPr>
          <a:xfrm>
            <a:off x="1024128" y="1136073"/>
            <a:ext cx="9720073" cy="5173287"/>
          </a:xfrm>
        </p:spPr>
        <p:txBody>
          <a:bodyPr>
            <a:normAutofit fontScale="92500" lnSpcReduction="10000"/>
          </a:bodyPr>
          <a:lstStyle/>
          <a:p>
            <a:pPr marL="310896" lvl="2" indent="0" algn="ctr">
              <a:buNone/>
            </a:pPr>
            <a:r>
              <a:rPr lang="en-US" dirty="0"/>
              <a:t>MEMO</a:t>
            </a:r>
          </a:p>
          <a:p>
            <a:pPr marL="310896" lvl="2" indent="0">
              <a:buNone/>
            </a:pPr>
            <a:endParaRPr lang="en-US" dirty="0"/>
          </a:p>
          <a:p>
            <a:pPr marL="310896" lvl="2" indent="0">
              <a:buNone/>
            </a:pPr>
            <a:r>
              <a:rPr lang="en-US" sz="1800" dirty="0">
                <a:latin typeface="Calibri" panose="020F0502020204030204" pitchFamily="34" charset="0"/>
                <a:cs typeface="Calibri" panose="020F0502020204030204" pitchFamily="34" charset="0"/>
              </a:rPr>
              <a:t>Date: 23 January 2024</a:t>
            </a:r>
          </a:p>
          <a:p>
            <a:pPr marL="310896" lvl="2" indent="0">
              <a:buNone/>
            </a:pPr>
            <a:r>
              <a:rPr lang="en-US" sz="1800" dirty="0">
                <a:latin typeface="Calibri" panose="020F0502020204030204" pitchFamily="34" charset="0"/>
                <a:cs typeface="Calibri" panose="020F0502020204030204" pitchFamily="34" charset="0"/>
              </a:rPr>
              <a:t>To : 4th Sem ,CTIS section, JAIN -Deemed to be University, School of CSIT, Jayanagar campus</a:t>
            </a:r>
          </a:p>
          <a:p>
            <a:pPr marL="310896" lvl="2" indent="0">
              <a:buNone/>
            </a:pPr>
            <a:r>
              <a:rPr lang="en-US" sz="1800" dirty="0">
                <a:latin typeface="Calibri" panose="020F0502020204030204" pitchFamily="34" charset="0"/>
                <a:cs typeface="Calibri" panose="020F0502020204030204" pitchFamily="34" charset="0"/>
              </a:rPr>
              <a:t>From: Prof. Manjiri M ( Employability Skills )</a:t>
            </a:r>
          </a:p>
          <a:p>
            <a:pPr marL="310896" lvl="2" indent="0">
              <a:buNone/>
            </a:pPr>
            <a:r>
              <a:rPr lang="en-US" sz="1800" dirty="0">
                <a:latin typeface="Calibri" panose="020F0502020204030204" pitchFamily="34" charset="0"/>
                <a:cs typeface="Calibri" panose="020F0502020204030204" pitchFamily="34" charset="0"/>
              </a:rPr>
              <a:t>Subject: Announcement for activity 2 </a:t>
            </a:r>
          </a:p>
          <a:p>
            <a:pPr marL="310896" lvl="2" indent="0">
              <a:buNone/>
            </a:pPr>
            <a:endParaRPr lang="en-US" sz="1800" dirty="0">
              <a:latin typeface="Calibri" panose="020F0502020204030204" pitchFamily="34" charset="0"/>
              <a:cs typeface="Calibri" panose="020F0502020204030204" pitchFamily="34" charset="0"/>
            </a:endParaRPr>
          </a:p>
          <a:p>
            <a:pPr marL="310896" lvl="2" indent="0">
              <a:buNone/>
            </a:pPr>
            <a:r>
              <a:rPr lang="en-US" sz="1800" dirty="0">
                <a:latin typeface="Calibri" panose="020F0502020204030204" pitchFamily="34" charset="0"/>
                <a:cs typeface="Calibri" panose="020F0502020204030204" pitchFamily="34" charset="0"/>
              </a:rPr>
              <a:t>The purpose of this memo is  to inform all students that Activity 2 for the subject Employability Skills will take place on Tuesday, 30</a:t>
            </a:r>
            <a:r>
              <a:rPr lang="en-US" sz="1800" baseline="30000" dirty="0">
                <a:latin typeface="Calibri" panose="020F0502020204030204" pitchFamily="34" charset="0"/>
                <a:cs typeface="Calibri" panose="020F0502020204030204" pitchFamily="34" charset="0"/>
              </a:rPr>
              <a:t>th</a:t>
            </a:r>
            <a:r>
              <a:rPr lang="en-US" sz="1800" dirty="0">
                <a:latin typeface="Calibri" panose="020F0502020204030204" pitchFamily="34" charset="0"/>
                <a:cs typeface="Calibri" panose="020F0502020204030204" pitchFamily="34" charset="0"/>
              </a:rPr>
              <a:t> January 2024, in room no 802 during 7.50 am to 8.40 am. </a:t>
            </a:r>
          </a:p>
          <a:p>
            <a:pPr marL="310896" lvl="2" indent="0">
              <a:buNone/>
            </a:pPr>
            <a:r>
              <a:rPr lang="en-US" sz="1800" dirty="0">
                <a:latin typeface="Calibri" panose="020F0502020204030204" pitchFamily="34" charset="0"/>
                <a:cs typeface="Calibri" panose="020F0502020204030204" pitchFamily="34" charset="0"/>
              </a:rPr>
              <a:t>Please note the following:</a:t>
            </a:r>
          </a:p>
          <a:p>
            <a:pPr marL="653796" lvl="2" indent="-342900">
              <a:buAutoNum type="alphaUcPeriod"/>
            </a:pPr>
            <a:r>
              <a:rPr lang="en-US" sz="1800" dirty="0">
                <a:latin typeface="Calibri" panose="020F0502020204030204" pitchFamily="34" charset="0"/>
                <a:cs typeface="Calibri" panose="020F0502020204030204" pitchFamily="34" charset="0"/>
              </a:rPr>
              <a:t>Blue book is mandatory and please bring required stationary items ( pen, pencil, eraser, scale) for the activity 2.</a:t>
            </a:r>
          </a:p>
          <a:p>
            <a:pPr marL="653796" lvl="2" indent="-342900">
              <a:buAutoNum type="alphaUcPeriod"/>
            </a:pPr>
            <a:r>
              <a:rPr lang="en-US" sz="1800" dirty="0">
                <a:latin typeface="Calibri" panose="020F0502020204030204" pitchFamily="34" charset="0"/>
                <a:cs typeface="Calibri" panose="020F0502020204030204" pitchFamily="34" charset="0"/>
              </a:rPr>
              <a:t>Absent students on the day of activity 2 will not be given another/second chance to write the same.</a:t>
            </a:r>
          </a:p>
          <a:p>
            <a:pPr marL="310896" lvl="2" indent="0">
              <a:buNone/>
            </a:pPr>
            <a:endParaRPr lang="en-US" sz="1800" dirty="0">
              <a:latin typeface="Calibri" panose="020F0502020204030204" pitchFamily="34" charset="0"/>
              <a:cs typeface="Calibri" panose="020F0502020204030204" pitchFamily="34" charset="0"/>
            </a:endParaRPr>
          </a:p>
          <a:p>
            <a:pPr marL="310896" lvl="2" indent="0">
              <a:buNone/>
            </a:pPr>
            <a:r>
              <a:rPr lang="en-US" sz="1800" dirty="0">
                <a:latin typeface="Calibri" panose="020F0502020204030204" pitchFamily="34" charset="0"/>
                <a:cs typeface="Calibri" panose="020F0502020204030204" pitchFamily="34" charset="0"/>
              </a:rPr>
              <a:t>Please don’t hesitate to contact me if you have any doubts or questions. </a:t>
            </a:r>
          </a:p>
          <a:p>
            <a:pPr marL="310896" lvl="2" indent="0">
              <a:buNone/>
            </a:pPr>
            <a:r>
              <a:rPr lang="en-US" sz="1800" dirty="0">
                <a:latin typeface="Calibri" panose="020F0502020204030204" pitchFamily="34" charset="0"/>
                <a:cs typeface="Calibri" panose="020F0502020204030204" pitchFamily="34" charset="0"/>
              </a:rPr>
              <a:t>I appreciate cooperation from every student of the class. </a:t>
            </a:r>
          </a:p>
          <a:p>
            <a:pPr marL="310896" lvl="2" indent="0">
              <a:buNone/>
            </a:pPr>
            <a:endParaRPr lang="en-US" sz="1800" dirty="0">
              <a:latin typeface="Calibri" panose="020F0502020204030204" pitchFamily="34" charset="0"/>
              <a:cs typeface="Calibri" panose="020F0502020204030204" pitchFamily="34" charset="0"/>
            </a:endParaRPr>
          </a:p>
          <a:p>
            <a:pPr marL="310896" lvl="2" indent="0">
              <a:buNone/>
            </a:pPr>
            <a:r>
              <a:rPr lang="en-US" sz="1800" dirty="0">
                <a:latin typeface="Calibri" panose="020F0502020204030204" pitchFamily="34" charset="0"/>
                <a:cs typeface="Calibri" panose="020F0502020204030204" pitchFamily="34" charset="0"/>
              </a:rPr>
              <a:t>My best wishes for the activity 2.</a:t>
            </a:r>
          </a:p>
        </p:txBody>
      </p:sp>
    </p:spTree>
    <p:extLst>
      <p:ext uri="{BB962C8B-B14F-4D97-AF65-F5344CB8AC3E}">
        <p14:creationId xmlns:p14="http://schemas.microsoft.com/office/powerpoint/2010/main" val="399252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083BA-0A59-467D-B6F3-462DFAE6C70C}"/>
              </a:ext>
            </a:extLst>
          </p:cNvPr>
          <p:cNvSpPr>
            <a:spLocks noGrp="1"/>
          </p:cNvSpPr>
          <p:nvPr>
            <p:ph type="title"/>
          </p:nvPr>
        </p:nvSpPr>
        <p:spPr>
          <a:xfrm>
            <a:off x="1024128" y="277092"/>
            <a:ext cx="9720072" cy="711199"/>
          </a:xfrm>
        </p:spPr>
        <p:txBody>
          <a:bodyPr>
            <a:normAutofit fontScale="90000"/>
          </a:bodyPr>
          <a:lstStyle/>
          <a:p>
            <a:r>
              <a:rPr lang="en-US" dirty="0"/>
              <a:t>Memo example</a:t>
            </a:r>
          </a:p>
        </p:txBody>
      </p:sp>
      <p:sp>
        <p:nvSpPr>
          <p:cNvPr id="3" name="Content Placeholder 2">
            <a:extLst>
              <a:ext uri="{FF2B5EF4-FFF2-40B4-BE49-F238E27FC236}">
                <a16:creationId xmlns:a16="http://schemas.microsoft.com/office/drawing/2014/main" id="{9786F46A-FD0F-4940-B8D4-1F455EE38DB8}"/>
              </a:ext>
            </a:extLst>
          </p:cNvPr>
          <p:cNvSpPr>
            <a:spLocks noGrp="1"/>
          </p:cNvSpPr>
          <p:nvPr>
            <p:ph idx="1"/>
          </p:nvPr>
        </p:nvSpPr>
        <p:spPr>
          <a:xfrm>
            <a:off x="1024128" y="1283855"/>
            <a:ext cx="9720073" cy="5025505"/>
          </a:xfrm>
        </p:spPr>
        <p:txBody>
          <a:bodyPr/>
          <a:lstStyle/>
          <a:p>
            <a:pPr marL="310896" lvl="2" indent="0">
              <a:buNone/>
            </a:pPr>
            <a:endParaRPr lang="en-US" dirty="0">
              <a:latin typeface="Bahnschrift" panose="020B0502040204020203" pitchFamily="34" charset="0"/>
            </a:endParaRPr>
          </a:p>
          <a:p>
            <a:pPr marL="310896" lvl="2" indent="0">
              <a:buNone/>
            </a:pPr>
            <a:r>
              <a:rPr lang="en-US" sz="1700" dirty="0">
                <a:latin typeface="Calibri" panose="020F0502020204030204" pitchFamily="34" charset="0"/>
                <a:cs typeface="Calibri" panose="020F0502020204030204" pitchFamily="34" charset="0"/>
              </a:rPr>
              <a:t>Date: 27 December 2023</a:t>
            </a:r>
          </a:p>
          <a:p>
            <a:pPr marL="310896" lvl="2" indent="0">
              <a:buNone/>
            </a:pPr>
            <a:r>
              <a:rPr lang="en-US" sz="1700" dirty="0">
                <a:latin typeface="Calibri" panose="020F0502020204030204" pitchFamily="34" charset="0"/>
                <a:cs typeface="Calibri" panose="020F0502020204030204" pitchFamily="34" charset="0"/>
              </a:rPr>
              <a:t>To : All employees</a:t>
            </a:r>
          </a:p>
          <a:p>
            <a:pPr marL="310896" lvl="2" indent="0">
              <a:buNone/>
            </a:pPr>
            <a:r>
              <a:rPr lang="en-US" sz="1700" dirty="0">
                <a:latin typeface="Calibri" panose="020F0502020204030204" pitchFamily="34" charset="0"/>
                <a:cs typeface="Calibri" panose="020F0502020204030204" pitchFamily="34" charset="0"/>
              </a:rPr>
              <a:t>From:  Ms. Nikita, Manager , HR</a:t>
            </a:r>
          </a:p>
          <a:p>
            <a:pPr marL="310896" lvl="2" indent="0">
              <a:buNone/>
            </a:pPr>
            <a:r>
              <a:rPr lang="en-US" sz="1700" dirty="0">
                <a:latin typeface="Calibri" panose="020F0502020204030204" pitchFamily="34" charset="0"/>
                <a:cs typeface="Calibri" panose="020F0502020204030204" pitchFamily="34" charset="0"/>
              </a:rPr>
              <a:t>Subject : Holiday on the occasion of  New Year 2024</a:t>
            </a:r>
          </a:p>
          <a:p>
            <a:pPr marL="310896" lvl="2" indent="0">
              <a:buNone/>
            </a:pPr>
            <a:r>
              <a:rPr lang="en-US" sz="1700" dirty="0">
                <a:latin typeface="Calibri" panose="020F0502020204030204" pitchFamily="34" charset="0"/>
                <a:cs typeface="Calibri" panose="020F0502020204030204" pitchFamily="34" charset="0"/>
              </a:rPr>
              <a:t> </a:t>
            </a:r>
          </a:p>
          <a:p>
            <a:pPr marL="310896" lvl="2" indent="0">
              <a:buNone/>
            </a:pPr>
            <a:r>
              <a:rPr lang="en-US" sz="1700" dirty="0">
                <a:latin typeface="Calibri" panose="020F0502020204030204" pitchFamily="34" charset="0"/>
                <a:cs typeface="Calibri" panose="020F0502020204030204" pitchFamily="34" charset="0"/>
              </a:rPr>
              <a:t>I am writing to inform you that the office will be closed on 1 January, 2024 on the occasion of new year.</a:t>
            </a:r>
            <a:r>
              <a:rPr lang="en-US" sz="1700" baseline="30000" dirty="0">
                <a:latin typeface="Calibri" panose="020F0502020204030204" pitchFamily="34" charset="0"/>
                <a:cs typeface="Calibri" panose="020F0502020204030204" pitchFamily="34" charset="0"/>
              </a:rPr>
              <a:t> </a:t>
            </a:r>
          </a:p>
          <a:p>
            <a:pPr marL="310896" lvl="2" indent="0">
              <a:buNone/>
            </a:pPr>
            <a:r>
              <a:rPr lang="en-US" sz="1700" dirty="0">
                <a:latin typeface="Calibri" panose="020F0502020204030204" pitchFamily="34" charset="0"/>
                <a:cs typeface="Calibri" panose="020F0502020204030204" pitchFamily="34" charset="0"/>
              </a:rPr>
              <a:t>Regular working hours will be followed from 2 January ,2024 onwards.</a:t>
            </a:r>
          </a:p>
          <a:p>
            <a:pPr marL="310896" lvl="2" indent="0">
              <a:buNone/>
            </a:pPr>
            <a:r>
              <a:rPr lang="en-US" sz="1700" dirty="0">
                <a:latin typeface="Calibri" panose="020F0502020204030204" pitchFamily="34" charset="0"/>
                <a:cs typeface="Calibri" panose="020F0502020204030204" pitchFamily="34" charset="0"/>
              </a:rPr>
              <a:t>Wishing you all Happy New Year in advance.</a:t>
            </a:r>
          </a:p>
          <a:p>
            <a:pPr marL="310896" lvl="2" indent="0">
              <a:buNone/>
            </a:pPr>
            <a:endParaRPr lang="en-US" sz="1700" baseline="30000" dirty="0">
              <a:latin typeface="Calibri" panose="020F0502020204030204" pitchFamily="34" charset="0"/>
              <a:cs typeface="Calibri" panose="020F0502020204030204" pitchFamily="34" charset="0"/>
            </a:endParaRPr>
          </a:p>
          <a:p>
            <a:pPr marL="310896" lvl="2" indent="0">
              <a:buNone/>
            </a:pPr>
            <a:endParaRPr lang="en-US" sz="1600" baseline="30000" dirty="0">
              <a:latin typeface="Bahnschrift" panose="020B0502040204020203" pitchFamily="34" charset="0"/>
            </a:endParaRPr>
          </a:p>
          <a:p>
            <a:pPr marL="310896" lvl="2" indent="0">
              <a:buNone/>
            </a:pPr>
            <a:endParaRPr lang="en-US" baseline="30000" dirty="0"/>
          </a:p>
        </p:txBody>
      </p:sp>
    </p:spTree>
    <p:extLst>
      <p:ext uri="{BB962C8B-B14F-4D97-AF65-F5344CB8AC3E}">
        <p14:creationId xmlns:p14="http://schemas.microsoft.com/office/powerpoint/2010/main" val="498405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A035F-C3BD-4355-A2D8-209E852AC343}"/>
              </a:ext>
            </a:extLst>
          </p:cNvPr>
          <p:cNvSpPr>
            <a:spLocks noGrp="1"/>
          </p:cNvSpPr>
          <p:nvPr>
            <p:ph type="title"/>
          </p:nvPr>
        </p:nvSpPr>
        <p:spPr>
          <a:xfrm>
            <a:off x="1024128" y="240145"/>
            <a:ext cx="9720072" cy="628073"/>
          </a:xfrm>
        </p:spPr>
        <p:txBody>
          <a:bodyPr>
            <a:normAutofit fontScale="90000"/>
          </a:bodyPr>
          <a:lstStyle/>
          <a:p>
            <a:r>
              <a:rPr lang="en-US" dirty="0"/>
              <a:t>Memo example</a:t>
            </a:r>
          </a:p>
        </p:txBody>
      </p:sp>
      <p:sp>
        <p:nvSpPr>
          <p:cNvPr id="7" name="Content Placeholder 6">
            <a:extLst>
              <a:ext uri="{FF2B5EF4-FFF2-40B4-BE49-F238E27FC236}">
                <a16:creationId xmlns:a16="http://schemas.microsoft.com/office/drawing/2014/main" id="{BE5D2C3F-230C-43D2-BC37-A5F48386A634}"/>
              </a:ext>
            </a:extLst>
          </p:cNvPr>
          <p:cNvSpPr>
            <a:spLocks noGrp="1"/>
          </p:cNvSpPr>
          <p:nvPr>
            <p:ph idx="1"/>
          </p:nvPr>
        </p:nvSpPr>
        <p:spPr>
          <a:xfrm>
            <a:off x="1024128" y="1274617"/>
            <a:ext cx="9720073" cy="5343237"/>
          </a:xfrm>
        </p:spPr>
        <p:txBody>
          <a:bodyPr>
            <a:normAutofit/>
          </a:bodyPr>
          <a:lstStyle/>
          <a:p>
            <a:pPr marL="310896" lvl="2" indent="0">
              <a:buNone/>
            </a:pPr>
            <a:r>
              <a:rPr lang="en-US" sz="1700" dirty="0">
                <a:latin typeface="Calibri" panose="020F0502020204030204" pitchFamily="34" charset="0"/>
                <a:cs typeface="Calibri" panose="020F0502020204030204" pitchFamily="34" charset="0"/>
              </a:rPr>
              <a:t>Date: 27 December 2023</a:t>
            </a:r>
          </a:p>
          <a:p>
            <a:pPr marL="310896" lvl="2" indent="0">
              <a:buNone/>
            </a:pPr>
            <a:r>
              <a:rPr lang="en-US" sz="1700" dirty="0">
                <a:latin typeface="Calibri" panose="020F0502020204030204" pitchFamily="34" charset="0"/>
                <a:cs typeface="Calibri" panose="020F0502020204030204" pitchFamily="34" charset="0"/>
              </a:rPr>
              <a:t>To : All employees</a:t>
            </a:r>
          </a:p>
          <a:p>
            <a:pPr marL="310896" lvl="2" indent="0">
              <a:buNone/>
            </a:pPr>
            <a:r>
              <a:rPr lang="en-US" sz="1700" dirty="0">
                <a:latin typeface="Calibri" panose="020F0502020204030204" pitchFamily="34" charset="0"/>
                <a:cs typeface="Calibri" panose="020F0502020204030204" pitchFamily="34" charset="0"/>
              </a:rPr>
              <a:t>From: </a:t>
            </a:r>
            <a:r>
              <a:rPr lang="en-US" sz="1700" dirty="0" err="1">
                <a:latin typeface="Calibri" panose="020F0502020204030204" pitchFamily="34" charset="0"/>
                <a:cs typeface="Calibri" panose="020F0502020204030204" pitchFamily="34" charset="0"/>
              </a:rPr>
              <a:t>Mr</a:t>
            </a:r>
            <a:r>
              <a:rPr lang="en-US" sz="1700" dirty="0">
                <a:latin typeface="Calibri" panose="020F0502020204030204" pitchFamily="34" charset="0"/>
                <a:cs typeface="Calibri" panose="020F0502020204030204" pitchFamily="34" charset="0"/>
              </a:rPr>
              <a:t> Anand </a:t>
            </a:r>
            <a:r>
              <a:rPr lang="en-US" sz="1700" dirty="0" err="1">
                <a:latin typeface="Calibri" panose="020F0502020204030204" pitchFamily="34" charset="0"/>
                <a:cs typeface="Calibri" panose="020F0502020204030204" pitchFamily="34" charset="0"/>
              </a:rPr>
              <a:t>Ranganath</a:t>
            </a:r>
            <a:r>
              <a:rPr lang="en-US" sz="1700" dirty="0">
                <a:latin typeface="Calibri" panose="020F0502020204030204" pitchFamily="34" charset="0"/>
                <a:cs typeface="Calibri" panose="020F0502020204030204" pitchFamily="34" charset="0"/>
              </a:rPr>
              <a:t>, Director Business Strategy </a:t>
            </a:r>
          </a:p>
          <a:p>
            <a:pPr marL="310896" lvl="2" indent="0">
              <a:buNone/>
            </a:pPr>
            <a:r>
              <a:rPr lang="en-US" sz="1700" dirty="0">
                <a:latin typeface="Calibri" panose="020F0502020204030204" pitchFamily="34" charset="0"/>
                <a:cs typeface="Calibri" panose="020F0502020204030204" pitchFamily="34" charset="0"/>
              </a:rPr>
              <a:t>Subject : Delay in software launch Star0.7</a:t>
            </a:r>
          </a:p>
          <a:p>
            <a:pPr marL="310896" lvl="2" indent="0">
              <a:buNone/>
            </a:pPr>
            <a:endParaRPr lang="en-US" sz="1700" dirty="0">
              <a:latin typeface="Calibri" panose="020F0502020204030204" pitchFamily="34" charset="0"/>
              <a:cs typeface="Calibri" panose="020F0502020204030204" pitchFamily="34" charset="0"/>
            </a:endParaRPr>
          </a:p>
          <a:p>
            <a:pPr marL="310896" lvl="2" indent="0">
              <a:buNone/>
            </a:pPr>
            <a:r>
              <a:rPr lang="en-US" sz="1700" dirty="0">
                <a:latin typeface="Calibri" panose="020F0502020204030204" pitchFamily="34" charset="0"/>
                <a:cs typeface="Calibri" panose="020F0502020204030204" pitchFamily="34" charset="0"/>
              </a:rPr>
              <a:t>I am writing this memo to inform you all that the software launch of Star 0.7 has been delayed from November 2023 to March 2024 due to extensive feedback from the client and results of the current testing.</a:t>
            </a:r>
          </a:p>
          <a:p>
            <a:pPr marL="310896" lvl="2" indent="0">
              <a:buNone/>
            </a:pPr>
            <a:r>
              <a:rPr lang="en-US" sz="1700" dirty="0">
                <a:latin typeface="Calibri" panose="020F0502020204030204" pitchFamily="34" charset="0"/>
                <a:cs typeface="Calibri" panose="020F0502020204030204" pitchFamily="34" charset="0"/>
              </a:rPr>
              <a:t>Our team is confident that the extension will be used to make Star 0.7  a better quality software in the market.</a:t>
            </a:r>
          </a:p>
          <a:p>
            <a:pPr marL="310896" lvl="2" indent="0">
              <a:buNone/>
            </a:pPr>
            <a:r>
              <a:rPr lang="en-US" sz="1700" dirty="0">
                <a:latin typeface="Calibri" panose="020F0502020204030204" pitchFamily="34" charset="0"/>
                <a:cs typeface="Calibri" panose="020F0502020204030204" pitchFamily="34" charset="0"/>
              </a:rPr>
              <a:t>Will keep you posted regarding further progress of the software.</a:t>
            </a:r>
          </a:p>
          <a:p>
            <a:pPr marL="310896" lvl="2" indent="0">
              <a:buNone/>
            </a:pPr>
            <a:r>
              <a:rPr lang="en-US" sz="1700" dirty="0">
                <a:latin typeface="Calibri" panose="020F0502020204030204" pitchFamily="34" charset="0"/>
                <a:cs typeface="Calibri" panose="020F0502020204030204" pitchFamily="34" charset="0"/>
              </a:rPr>
              <a:t>I appreciate support extended towards the team.</a:t>
            </a:r>
          </a:p>
        </p:txBody>
      </p:sp>
    </p:spTree>
    <p:extLst>
      <p:ext uri="{BB962C8B-B14F-4D97-AF65-F5344CB8AC3E}">
        <p14:creationId xmlns:p14="http://schemas.microsoft.com/office/powerpoint/2010/main" val="2535494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ECAC5-024C-492A-852D-39315B73C62F}"/>
              </a:ext>
            </a:extLst>
          </p:cNvPr>
          <p:cNvSpPr>
            <a:spLocks noGrp="1"/>
          </p:cNvSpPr>
          <p:nvPr>
            <p:ph type="title"/>
          </p:nvPr>
        </p:nvSpPr>
        <p:spPr/>
        <p:txBody>
          <a:bodyPr/>
          <a:lstStyle/>
          <a:p>
            <a:r>
              <a:rPr lang="en-US" dirty="0"/>
              <a:t>Memo subjects</a:t>
            </a:r>
          </a:p>
        </p:txBody>
      </p:sp>
      <p:sp>
        <p:nvSpPr>
          <p:cNvPr id="3" name="Content Placeholder 2">
            <a:extLst>
              <a:ext uri="{FF2B5EF4-FFF2-40B4-BE49-F238E27FC236}">
                <a16:creationId xmlns:a16="http://schemas.microsoft.com/office/drawing/2014/main" id="{328C9E06-8E57-430F-84BC-08BFE747736D}"/>
              </a:ext>
            </a:extLst>
          </p:cNvPr>
          <p:cNvSpPr>
            <a:spLocks noGrp="1"/>
          </p:cNvSpPr>
          <p:nvPr>
            <p:ph idx="1"/>
          </p:nvPr>
        </p:nvSpPr>
        <p:spPr/>
        <p:txBody>
          <a:bodyPr/>
          <a:lstStyle/>
          <a:p>
            <a:r>
              <a:rPr lang="en-US" dirty="0"/>
              <a:t>1.Change of bus route</a:t>
            </a:r>
          </a:p>
          <a:p>
            <a:r>
              <a:rPr lang="en-US" dirty="0"/>
              <a:t>2. Change of Manager</a:t>
            </a:r>
          </a:p>
          <a:p>
            <a:r>
              <a:rPr lang="en-US" dirty="0"/>
              <a:t>3.Farewll party of the person resigning</a:t>
            </a:r>
          </a:p>
          <a:p>
            <a:r>
              <a:rPr lang="en-US" dirty="0"/>
              <a:t>4. Change of facility in canteen or addition of anu new cuisine in the canteen </a:t>
            </a:r>
          </a:p>
          <a:p>
            <a:r>
              <a:rPr lang="en-US" dirty="0"/>
              <a:t>5. to maintain confidentiality about product/software/project/proposal </a:t>
            </a:r>
            <a:r>
              <a:rPr lang="en-US" dirty="0" err="1"/>
              <a:t>etc</a:t>
            </a:r>
            <a:endParaRPr lang="en-US" dirty="0"/>
          </a:p>
        </p:txBody>
      </p:sp>
    </p:spTree>
    <p:extLst>
      <p:ext uri="{BB962C8B-B14F-4D97-AF65-F5344CB8AC3E}">
        <p14:creationId xmlns:p14="http://schemas.microsoft.com/office/powerpoint/2010/main" val="2390065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6F0E-28E6-4D72-8147-1BB5723BC1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71A50-F28E-47F9-91B5-6EDD74F7E08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2815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D76AF-D62B-48B1-B82D-7DA2C8B191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690124-4E4A-4D2E-86A1-EA7E1E31371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43047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E2398-4411-41EF-95A8-38959ADC7F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25B176-DC5D-4EAC-BDAC-6201E81F8C3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891280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docProps/app.xml><?xml version="1.0" encoding="utf-8"?>
<Properties xmlns="http://schemas.openxmlformats.org/officeDocument/2006/extended-properties" xmlns:vt="http://schemas.openxmlformats.org/officeDocument/2006/docPropsVTypes">
  <Template>Integral</Template>
  <TotalTime>213</TotalTime>
  <Words>403</Words>
  <Application>Microsoft Office PowerPoint</Application>
  <PresentationFormat>Widescreen</PresentationFormat>
  <Paragraphs>45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Integral</vt:lpstr>
      <vt:lpstr>Memo template</vt:lpstr>
      <vt:lpstr>Memo template</vt:lpstr>
      <vt:lpstr>Memo example</vt:lpstr>
      <vt:lpstr>Memo example</vt:lpstr>
      <vt:lpstr>Memo subjects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 template</dc:title>
  <dc:creator>Manjiri Maslekar</dc:creator>
  <cp:lastModifiedBy>Manjiri Maslekar</cp:lastModifiedBy>
  <cp:revision>2</cp:revision>
  <dcterms:created xsi:type="dcterms:W3CDTF">2024-01-24T12:09:58Z</dcterms:created>
  <dcterms:modified xsi:type="dcterms:W3CDTF">2024-01-24T15:45:29Z</dcterms:modified>
</cp:coreProperties>
</file>