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8" autoAdjust="0"/>
    <p:restoredTop sz="91903" autoAdjust="0"/>
  </p:normalViewPr>
  <p:slideViewPr>
    <p:cSldViewPr snapToGrid="0">
      <p:cViewPr varScale="1">
        <p:scale>
          <a:sx n="61" d="100"/>
          <a:sy n="61" d="100"/>
        </p:scale>
        <p:origin x="10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D235C-86F9-7B65-5880-8866ADEEC8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4D4871-0788-ABFE-978C-EA16341A4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F191A-7CE4-720B-DE88-6123E4C5A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BA2B7-DB4A-467C-B781-BDC50DC53601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FF407-471C-33FD-D428-C3741424D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2AE3D-149F-8755-7363-EDCBF60AD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5209-AF63-4C4B-A6C2-8AC8DDD4D6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563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FAF31-7735-D076-8323-DB98880FB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3A3E0-6727-40E2-0585-A314AD73A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346D3-7988-7D97-31EB-9CC13DAF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BA2B7-DB4A-467C-B781-BDC50DC53601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9C0C5-90FD-4D47-FD20-36F9D0341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D4F34-3CB2-D2D7-A45A-A686F93DF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5209-AF63-4C4B-A6C2-8AC8DDD4D6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99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2F21F-91D1-896A-E7AF-569CFC2FB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B6124-4266-26A1-9A1E-57D88AFB0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05652-92D8-C0F2-530E-CF8164688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BA2B7-DB4A-467C-B781-BDC50DC53601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3F334-E8FC-BE68-1ACB-FE853590E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27CAF-CC6A-AB5D-D19F-F023C45D1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5209-AF63-4C4B-A6C2-8AC8DDD4D6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552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833DD-F776-26E6-6A56-9D1C79CEB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EE41A-7CF8-9A4A-F83D-4E61FC087C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ABD433-AE7D-57C4-4082-7C23FCC28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EE775A-257A-DE6D-43FE-6124F6B08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BA2B7-DB4A-467C-B781-BDC50DC53601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D2CF9-93FB-CA4D-37E5-EA0EE565B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C501D-8926-FF90-FE6A-DDAE716C7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5209-AF63-4C4B-A6C2-8AC8DDD4D6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31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D155C-30AF-22A6-E5D1-7FCD9867E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68789-9CB5-858F-6C5C-B508C519B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A948D-3858-159C-8947-61A238416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0B9558-65D4-A62A-729F-173431D258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7ED016-A699-BAE5-B6BD-8EA52FC689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EABF1C-C583-0272-A689-ACB7E9FAA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BA2B7-DB4A-467C-B781-BDC50DC53601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0CC15C-7ADF-37DD-A410-8B0263A95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660BCF-446E-03F5-C156-AFCD6F8BE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5209-AF63-4C4B-A6C2-8AC8DDD4D6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86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CC486-5D80-4174-4425-4E8093567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7DC18E-C662-6355-1401-BDAC04459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BA2B7-DB4A-467C-B781-BDC50DC53601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19F25B-4F2E-20DB-5813-2BCC00A33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214D37-EBE6-46AB-96F0-C89FD06DD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5209-AF63-4C4B-A6C2-8AC8DDD4D6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09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CA58C6-11A3-9BD7-7A62-8621FD98F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BA2B7-DB4A-467C-B781-BDC50DC53601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35C255-69A7-9428-3B74-6F052F383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B4301-BA4F-CF3F-D4B2-13E7984BD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5209-AF63-4C4B-A6C2-8AC8DDD4D6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351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974A1-4BE5-D129-42BB-CBE0FC977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5FDDE-3D90-1304-9338-4FB8CB0DD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F5A3D-3FD0-D2FE-C2FD-BC9F19592E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B9012-3BD0-5EA8-E215-928F6196D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BA2B7-DB4A-467C-B781-BDC50DC53601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9E391-04EA-81DF-622A-40144519B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A81879-3925-6536-D7F5-57482647E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5209-AF63-4C4B-A6C2-8AC8DDD4D6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940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5CCCA-A5FD-89F5-D8F1-C9CF82676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8E2CC9-B453-404E-B0B0-B09DDD4E3D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F2A7D1-923C-A5AC-AC56-15AF4C91F8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C737A-F762-6A5E-1127-3ABD98700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BA2B7-DB4A-467C-B781-BDC50DC53601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A920B-BC8E-C1BE-5F57-C043E04F8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4FC8A7-D34A-6402-62E1-194B8E91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5209-AF63-4C4B-A6C2-8AC8DDD4D6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9590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8904C-CE72-2F6E-3030-34BEBC8BF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D30F0A-6F0A-5900-61D7-1538976C6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502F9-54D4-589D-A098-EAE310538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BA2B7-DB4A-467C-B781-BDC50DC53601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FC56D-B1D4-082C-A414-CD6197FEB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12E34-694F-3950-DC0D-18AEDA216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5209-AF63-4C4B-A6C2-8AC8DDD4D6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394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D8628A-0B66-730E-4AD4-1403034952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33C446-9E45-869F-E860-F0A3BDC9C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95938-221B-6587-F45B-1C20057B2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BA2B7-DB4A-467C-B781-BDC50DC53601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3E676-1E18-ED97-67C3-331657A2C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3ABBC-A053-28A8-268F-5380A470F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5209-AF63-4C4B-A6C2-8AC8DDD4D6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339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3B3E8E-6AA7-4D20-5391-8B49DFE8C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B4623-29FC-A142-CAB0-CFE774977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70F4B-1E92-D790-F535-B4145D6EEB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BA2B7-DB4A-467C-B781-BDC50DC53601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D8955-C280-299F-64DD-E903B2E1F7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0DE72-4151-0454-8DC9-4B9404C8C1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05209-AF63-4C4B-A6C2-8AC8DDD4D6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180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F6D35-61C1-31EA-FF52-3147F03849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12912-87D9-4152-E843-58DF658B6F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77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0F50A-75F5-E48D-249C-4940EF35E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A95479-607D-C23C-BD05-A51846B4BD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6138" y="365125"/>
            <a:ext cx="11174124" cy="526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052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2859C-6E9B-BA5A-2D13-918B2D58C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D11061-CB20-AE15-A1D0-ADD5A55A83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0080" y="365125"/>
            <a:ext cx="10991840" cy="573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460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682AC-23D6-DF63-5816-BE279B7CC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EB318B-A772-FD12-C3AC-276C0B6401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4"/>
            <a:ext cx="10528006" cy="557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389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F468B-3D9A-A0E8-F7A0-45B786482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EEBF8A-51A1-C4DC-4E9D-45DE153463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78188"/>
            <a:ext cx="10515600" cy="54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934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11542-F94C-D898-85DB-4B8192AA3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70D6C-3154-61F3-E0F8-2D23AC465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97B45A-5302-4A51-642D-6CFBC01F2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96" y="195308"/>
            <a:ext cx="11549608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7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52C90-E05C-D661-7373-1D0698B39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1A72B-80A8-698C-4FBF-F35EA3241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77BA2B-0811-BB73-1C37-E915D0F5E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49" y="221434"/>
            <a:ext cx="11900151" cy="6127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371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34180-9F8B-A7AB-0A96-35A002CD0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96D10-8A8C-7BA8-98CE-5322ADB0B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F5B9C2-652F-C482-8BF6-CC0396BE3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11" y="222069"/>
            <a:ext cx="10758239" cy="579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332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AE3F6-8AC5-D4FB-D446-63E3E0F23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75449-6C55-DE67-2BE9-C9D2489E5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66D276-022B-4A89-4058-E661831AE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56" y="168049"/>
            <a:ext cx="11061287" cy="600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022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004EB-9497-C77B-6A0A-B401A1E9F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4E6E2-1F3F-8836-9F4C-38FBED384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6471F9-F7A8-01C9-988D-B8B733C2E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96206" cy="649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62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D63D-054B-23EA-F8C9-4EBFE3537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6A27E-A3CB-0CC6-4FE0-B41E4BA5F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15967A-CAF8-791E-D5BA-2551C38D4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46" y="235131"/>
            <a:ext cx="11670421" cy="6033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445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283ED-737D-FF77-2131-A629D4CCB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60ABD-C449-AF39-B16B-EEBB62B3C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A46593-DAD4-C2A7-0B78-5AD28CF7C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17" y="130629"/>
            <a:ext cx="11828966" cy="5891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666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C2985-C527-AEB9-36D4-22BA4500A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FB6AE-347B-89AE-8E04-D23214DA3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5EB94D-4A30-AF4B-94BA-FB4E1827C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554" y="182880"/>
            <a:ext cx="11357980" cy="5994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591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66963-DE08-0502-CF27-83701A251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8D5FE-EE8C-DB08-D402-2A0594A59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FCF7E5-44E2-9F34-BFEF-DF6A3D371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040" y="361950"/>
            <a:ext cx="11478131" cy="594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154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B7DAA-AC35-3232-4722-56ED49EE3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FF516-5048-4A7A-95A6-2372CAD65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2771DE-6651-594B-494C-B191DF7D7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254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866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F9472-C201-E28B-CFA0-8ECF5232E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E81AF-CE75-A8F7-1EF2-EA88F9DCC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AF7D53-FD17-EBBB-3775-8A36EDBCF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602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42039-48D7-DB76-392E-F1222705A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62921-25EA-5896-4232-14DF6F97C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04F19C-2ADE-AAFF-7828-D3C366DBC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06" y="227627"/>
            <a:ext cx="10735094" cy="564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01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3C33F-EE7C-527F-07B1-CD4C5EE9F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BC2BF-92D8-2E0E-743C-98C98E97A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7E1113-CD88-205D-6DA4-A5685284F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06" y="182881"/>
            <a:ext cx="11011988" cy="599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324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EF81D-4D2C-C5BB-B6C7-F7D477584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60DC7-7BE9-F1F6-7797-EAE4A832E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D5C3E7-AFA6-03F5-C7F4-332CF27BC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12" y="195943"/>
            <a:ext cx="11377748" cy="666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250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F5D74-B96E-3B64-0D4B-D05447020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5DA4A-5C49-B6CA-0321-6D2F5EF16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ED131C-13A5-44E1-BB75-0BCF2F659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61" y="0"/>
            <a:ext cx="11843902" cy="617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3566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E5CAA-325D-A960-CE7B-7B7D9CCC7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7B4CF-199C-430E-1768-548249F4C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485171-95A9-B05E-0DB0-28EAB8E94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1756570" cy="6361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450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E7D43-35D0-8FF2-A6F8-3BCD062C1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3A8AF-8724-39DB-4093-A23C50BCC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1F5FA7-E6A3-DC19-88BD-2D4BCF47C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1440"/>
            <a:ext cx="11939451" cy="608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072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726A7-5E6B-F8A4-6D57-ABAC6025C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DEF58-B73B-4080-23EE-FFC4F45B0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222DA9-78FD-0459-D684-E1D6AECD6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3" y="365125"/>
            <a:ext cx="10700657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6014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D9D7C-F053-5D6F-8D3E-96325E319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16B-8791-1542-656E-D22A1BD0D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64F48C-95BC-EDBA-A64B-6B96B2D88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68" y="154983"/>
            <a:ext cx="11407922" cy="633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2957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8F115-CE15-A2B7-104A-A39D9997F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48D00-2D57-BC08-4FAE-8603C9A7D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C26FAC-6CD1-B502-D07F-4D4F6A38F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969"/>
            <a:ext cx="11664180" cy="619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4914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17212-510D-4EC8-A6BF-EF1345053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AF8FA-023F-7BE1-3D8C-A9A2A2127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73809D-B264-1199-7801-A0AECB603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953" y="0"/>
            <a:ext cx="1160823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4912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8BFDF-BA3F-33E1-10B6-9DE1E2EDA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46A74-3F51-DF3E-F1EA-78DC9C655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24AE33-EDCF-7C6F-AB29-21CE29D85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518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2569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E5CF1-8CB8-48EB-DC18-9A2E6FB94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4E1A2-DE35-B6B3-1306-F08063C6A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51923A-B367-0E37-A2AC-3AED465B2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9181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614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16EDF-10F9-EE53-ED9B-305A1CD1D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8E294-C761-AA77-4753-9E4B570A4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5F2410-6D3D-04D7-AD6B-EBC04BAA3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61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875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52300-69C2-F480-594E-AE2382AC7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71150-C838-D2D9-E618-B3701CB12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434F44-D714-6750-DE32-C07533557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6870"/>
            <a:ext cx="12026685" cy="669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4286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9B881-0F08-03E0-5DE1-D282F493D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E5B68-AFAD-92B4-C3EC-244BC0215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B50ACA-196C-A17C-4180-5FCB1A31E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6202"/>
            <a:ext cx="12006329" cy="631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8415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41EA9-F044-2F02-591B-ED0B71C94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4405E-3F0A-F78F-5E77-F1CC55460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201F31-154B-C498-2FF9-059388B22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8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0493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CB2A-B662-F71A-4D60-FE61DE2CE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C0BF0-3DC2-F8B0-4033-9134B67D2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5FF5D5-6B4F-B2DF-5E47-1C992FFB7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958"/>
            <a:ext cx="11939299" cy="596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9532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436CD-3BC5-645D-A117-B346B9914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0048B-26D5-D652-2520-84ECA729F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0D6113-CC2D-8ECE-E152-4E37BED60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266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6227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89C65-3DA7-2CC1-952A-480A24815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5F5B8-E712-1172-CE0F-682AA3667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18B1FE-A631-5C09-C9F9-75BD30F2F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8903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1D288-9CD8-5C04-E39F-243624196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3BFC0-BEDD-C0C7-CEBF-D78B3ADF8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EF3115-3D78-8D21-DCFD-2FF1EB30B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66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2344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AE61C-E705-7337-ECCC-E160385AB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0353D-4BD9-B530-BAF9-561818D64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CAEA23-FAE3-DA5F-6DD9-032CE2EF4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252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2387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6FEF9-3FCC-55C5-CBA0-9D3475DF2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4D890-8FCD-611B-729B-59143EBF2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CBDDA2-D3CE-33A1-268D-5B1B829F8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1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9761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C6F3A-5DFE-37A8-488A-1556BFC26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AB225-60CE-D188-66FD-30BD73D58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0235BB-A6F0-79AA-C562-FAC3A5460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8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527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3B758-25BA-0B12-53E5-5DF299E3B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2E3CA-E707-80A4-5B73-27227D2BD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E3BC79-9526-C1D7-0026-6A36AB670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186"/>
            <a:ext cx="12191999" cy="6668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8553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59980-DA80-7E04-197E-46B782BE7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332F0-FDDD-1C61-E94E-868A3868E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B45095-0AEF-3C34-AE97-C1CD40EDA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48" y="365124"/>
            <a:ext cx="1193975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4861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ABF2D-FA14-DC6E-70C7-D85AA4C07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AF369-7E8B-0758-449C-DECDE1CFE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97FEBA-D317-1BED-6979-A9D74DD45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05" y="59887"/>
            <a:ext cx="12106795" cy="667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1747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2D4C1-A9C8-A9C3-12F8-0E7076519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84FA8-DA33-5829-A44F-3BC827875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F92D4B-CB9D-8608-794D-5FA670291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9975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1235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D58BB-BC8D-62F2-B498-3FEAF5ACC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DD352-8D73-F0C2-BAA0-7453C6E61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05CCCB-9C34-762D-8AF9-8DB58495D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7112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0CBDA-5B25-B332-0377-6B45EDADF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54E30-1727-011C-9AFE-34A2089CC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9C73B2-F57A-3BD3-1370-3EC09C363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7217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A1581-1293-6534-E10E-DECBDFCD5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21FD8-E37C-1BB7-0786-8CC9E1A67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7713C6-08B8-2C09-CA10-66E21E0F3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48" y="173422"/>
            <a:ext cx="11939752" cy="668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1704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0F2DC-4463-924A-4222-0F1A3BE69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92029-B0A7-4DC3-956C-8EBC4432A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98860D-571B-7CD2-A737-FC3783E53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3012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786C8-4B33-2A3F-102C-B1CEE9646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043BE-2C5F-D5A4-20C7-5BA340129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6DDD75-AF70-868C-0273-2F5CC3641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90" y="0"/>
            <a:ext cx="12050110" cy="666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5430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4FF34-6FD1-3760-82A8-7699DAC54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CC8AD-B421-4562-C390-73D0862A4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5A792F-228C-395A-1979-73BE120D6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2248"/>
            <a:ext cx="12191999" cy="6605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9570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FA825-A99F-FE6F-3A10-49244A6E8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2AF8F-B252-6C74-95C1-C999777C2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75E2AE-8BAB-E39F-2718-AAB2D0F3A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5261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638C7-FA3E-AA47-B37D-DA005AE89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E0D3D-5F41-8E28-AE43-853720D7A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DD0275-32D0-73C9-9EBC-A28772592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90" y="365126"/>
            <a:ext cx="12050110" cy="649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7281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686C2-E1D6-302C-A93A-80FCE383F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23D21-7EAD-17BB-8268-7106F64A8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42679C-CBCA-EA22-BB9E-213726AC1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0965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EE397-B1E0-59CD-E56D-75D5DA402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40383-57D8-8836-487C-3A90C0A28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71C5B6-8565-9E08-FB6B-941C51E8F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57654"/>
            <a:ext cx="12192000" cy="670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4972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93A5B-532F-5ED0-1141-1819D69C0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45E26F-C591-8485-62FD-14E7B26844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6082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7EB34-0017-61A2-9A44-EC1DB5DAB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1B401-6F4B-4C38-0C61-7BCD2C769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BAE0C6-BEA0-AF60-4852-72B23441D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21" y="365125"/>
            <a:ext cx="11855669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92259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A216D-C904-F2DE-345D-A7DAB0B58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30E0E-CD2B-82B6-1F0D-323DA16B5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030C53-B4C5-96B0-253F-B00E012FD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59" y="-1"/>
            <a:ext cx="12081641" cy="668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2171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BBA47-137D-4DC0-60D4-74866F83D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4778E-EE74-F8AF-8CAF-DAC0D1A35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5C4500-8D49-151E-F752-812EEAD5C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50712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D51C0-6FAE-B8B9-2DD1-21404E1DE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9D02A-A0F8-CF31-FC86-756006399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37B2FB-2729-3B75-E79C-BEA2ECB83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7766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118C3-503E-6F75-C40F-48E1C1589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97538-E149-A1DA-290C-AB6F7900B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11B636-2092-B530-7F55-EA79BD968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148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DDF89-67C6-142E-920C-F39D271F2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DD94D-748B-0DAA-D6AD-FDDB39DA0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61650D-19A0-1072-B1DA-D11C6A8F6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4678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6F72B-448F-DA88-BA6C-B2B2C33E5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DE6EE-C1B2-BD7B-0EE5-09ADEF5C5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952393-8255-011F-719C-4E078B25E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2170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DCA2A-9DE3-5697-CF8B-BD0F95431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63BF4-E09C-D823-38F5-8CEAC9014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E49DEE-6639-F828-1F03-79E781740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9628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22FF3-2C40-E203-16DB-5A1B90800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9383A-4B29-7253-C139-1B27EA3C5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0D645D-1FC0-6CFC-AC63-AA3470FBE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46889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4AF63-3FEE-FF3D-7E24-50A8C9BBF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35D6E-027B-4FBB-671F-3D8C66E36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76CDB6-75AD-6470-902B-2AAEC7A06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32073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4FC65-D9A0-B5FB-64B3-B15593BB9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0EE6A-B252-AA6A-5F8E-3E9B12201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630400-F384-E580-77FE-305662363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45161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35715-1B9D-11F5-F6A6-CBE3A78F7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81AFE-2F95-3103-8107-E023189F8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C4C0AC-AD8B-9E71-4A66-4E165E52D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90033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8D19C-43F3-57F3-017D-27A5FC95B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FFEFB-52A0-2D9F-66EC-991073DF7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8C9738-F8A5-9AA8-6AF4-90B7ED5EB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35783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0E5E0-DAB4-B24E-B5ED-819C0B153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120F6-7B0A-D241-9C74-D749C537D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B51ECF-56E6-F548-C0EA-E58A5ECF6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08568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D44CD-3B39-9DCF-92D4-0933252C8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64EEA-A342-3FA1-1D06-9CFB42A7B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B27FB0-A5BC-7125-874F-48C75EA58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60926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DD7CA-0060-83CC-9468-85A498AA6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089F2-CBF5-7172-1279-80C80951B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D6D8E8-5BFB-CC46-CC30-CDA446958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92555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32201-E141-10CE-9ADE-28B6BCD77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C256C-1756-7660-5818-6810A965E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B031AA-0B72-D3B7-7B9A-A6D694108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17847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E0C2E-DDCF-E97C-294A-BEFE6CD28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C26C-A1E8-0F67-558F-4219E05B4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CE9FE6-7CCE-005F-4D41-62EFDFF23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30769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A7F3C-8572-E290-E5AC-68BF9FDF6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0A913-EDA9-330E-CFF9-BE5D2C4D7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5CE533-237B-9E2D-3DED-101AA8E7A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14242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3D3CE-8108-0985-A76A-980166010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A5E04-4681-97AE-DBEF-99D597F11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2712DA-FE22-ACD9-30C6-C994CCCA2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14875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8ABB5-326C-0C42-77A7-D2A3A0555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F219A-2C8C-CED4-DFD7-3C84FF949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077EFE-95EB-A72B-7873-EEC892EF6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76013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E5C6D-99C1-785E-D6F7-5E33A47D3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2A750-6F1F-4F17-6544-1D66CEB86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F7EAD0-B611-9997-FF7D-AC186F26D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763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34084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9FCBC-1C06-4BEA-29C2-915C2B00D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988F0-4563-F63A-D6FB-26B5820D5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3F3579-3152-5024-F6F6-786C976F3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50614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8CBF-F899-D429-7255-A74E6AF64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3484C-9BDE-49E3-6606-B397F68D1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152FF4-C100-4B83-0E0C-AC19F3151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42435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53985-1EE7-A9C7-C6A5-B62CCD60C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581DB-7052-E787-3DA1-5781027A2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F29D12-F2F7-3459-B4E8-0D6B20AD1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71929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ECDD8-54A4-397F-EEBE-C9B23AE0C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735A7-C473-3A76-E3FA-221975AE3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E19490-70DB-56D0-9909-C8B1A4F51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704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0</Words>
  <Application>Microsoft Office PowerPoint</Application>
  <PresentationFormat>Widescreen</PresentationFormat>
  <Paragraphs>0</Paragraphs>
  <Slides>80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</dc:creator>
  <cp:lastModifiedBy>Madhura  MR</cp:lastModifiedBy>
  <cp:revision>4</cp:revision>
  <dcterms:created xsi:type="dcterms:W3CDTF">2025-09-02T17:36:30Z</dcterms:created>
  <dcterms:modified xsi:type="dcterms:W3CDTF">2025-09-22T17:13:24Z</dcterms:modified>
</cp:coreProperties>
</file>